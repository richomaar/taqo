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NEXA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6868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clientes y negocios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espera inteligentes para restaurantes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241280" y="1188720"/>
            <a:ext cx="1371600" cy="1371600"/>
          </a:xfrm>
          <a:prstGeom prst="ellipse">
            <a:avLst/>
          </a:prstGeom>
          <a:solidFill>
            <a:srgbClr val="2E6BE6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18320" y="2377440"/>
            <a:ext cx="822960" cy="822960"/>
          </a:xfrm>
          <a:prstGeom prst="ellipse">
            <a:avLst/>
          </a:prstGeom>
          <a:solidFill>
            <a:srgbClr val="6E9BF0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2743200"/>
            <a:ext cx="548640" cy="5486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 filas se gestionan como en 1990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868680" cy="86868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5786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Gestión manual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Libretas de papel y gritar nombres. Caótico y propenso a errores.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20116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377440"/>
            <a:ext cx="868680" cy="86868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57860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Clientes perdidos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09160" y="39319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se va al ver una fila sin saber cuánto esperará.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377440"/>
            <a:ext cx="868680" cy="86868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57860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Cero datos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58200" y="39319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métricas de espera, no-shows, horas pico ni rotación.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Nexa digitaliza toda la fila, de punta a punta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11E3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3172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560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 comensal se anota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40280" y="2697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un QR, ingresa un código o te encuentra en el catálogo. Con o sin registro.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11E36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33172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60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1812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Recibe avisos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818120" y="2697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Posición, tiempo estimado y notificación cuando su mesa está lista.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11E36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480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091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4028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Tú gestionas en vivo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240280" y="48463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ve y ordena la fila en tiempo real, con colas VIP y visitantes.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11E36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480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7091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Tú mides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818120" y="48463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 tiempos de espera, rotación, no-shows y satisfacción.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Tres interfaces, un sistema conectado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822960" cy="82296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Webapp del cliente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por QR / código / catálogo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anónimo o registrado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Posición, ETA y notificaciones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autónoma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240280"/>
            <a:ext cx="822960" cy="82296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4323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Webapp de recepción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7033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en tiempo real (WebSockets)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colas: VIP, visitante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y reordenamiento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al comensal con un toque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240280"/>
            <a:ext cx="822960" cy="82296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43230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Panel de administración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7033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restaurante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espera, no-shows, rotación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anotado → sentado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de servicio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Y OPORTUNIDAD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Empezamos por restaurantes, pero no terminamos ahí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A2B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[POR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DEFINIR]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en 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vertical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Clínicas, barberías,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retail, trámites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A2B4A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Freemium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2104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fricción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dolor de las filas es universal. La misma tecnología que ordena un restaurante ordena cualquier negocio con espera — lo que multiplica el mercado alcanzable.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Freemium: gratis para adoptar, pago para escalar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EAF0FB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4780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Gratis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51560" y="3291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fila en tiempo real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colas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básicas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web (push)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5257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6BE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$0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1A2B4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286000"/>
            <a:ext cx="822960" cy="822960"/>
          </a:xfrm>
          <a:prstGeom prst="ellipse">
            <a:avLst/>
          </a:prstGeom>
          <a:solidFill>
            <a:srgbClr val="111E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4780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629400" y="3291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plan gratis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SMS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WhatsApp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avanzadas + soporte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629400" y="5257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9B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 [POR DEFINIR] / mes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 listas de espera a plataforma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658368" cy="658368"/>
          </a:xfrm>
          <a:prstGeom prst="ellipse">
            <a:avLst/>
          </a:prstGeom>
          <a:solidFill>
            <a:srgbClr val="2E6BE6"/>
          </a:solidFill>
          <a:ln w="19050">
            <a:solidFill>
              <a:srgbClr val="2E6B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91640" y="196596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111E36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2075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Ahora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640" y="20756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Listas de espera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0756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fila digital, tiempo real, métricas, notificaciones.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658368" cy="658368"/>
          </a:xfrm>
          <a:prstGeom prst="ellipse">
            <a:avLst/>
          </a:prstGeom>
          <a:solidFill>
            <a:srgbClr val="111E36"/>
          </a:solidFill>
          <a:ln w="19050">
            <a:solidFill>
              <a:srgbClr val="2E6B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63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691640" y="301752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111E36"/>
          </a:solidFill>
          <a:ln/>
        </p:spPr>
      </p:sp>
      <p:sp>
        <p:nvSpPr>
          <p:cNvPr id="13" name="Text 11"/>
          <p:cNvSpPr/>
          <p:nvPr/>
        </p:nvSpPr>
        <p:spPr>
          <a:xfrm>
            <a:off x="1965960" y="3127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Reservas + CRM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3127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Reservaciones unificadas y relación con el comensal.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114800"/>
            <a:ext cx="658368" cy="658368"/>
          </a:xfrm>
          <a:prstGeom prst="ellipse">
            <a:avLst/>
          </a:prstGeom>
          <a:solidFill>
            <a:srgbClr val="111E36"/>
          </a:solidFill>
          <a:ln w="19050">
            <a:solidFill>
              <a:srgbClr val="2E6B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14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691640" y="406908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111E36"/>
          </a:solidFill>
          <a:ln/>
        </p:spPr>
      </p:sp>
      <p:sp>
        <p:nvSpPr>
          <p:cNvPr id="19" name="Text 17"/>
          <p:cNvSpPr/>
          <p:nvPr/>
        </p:nvSpPr>
        <p:spPr>
          <a:xfrm>
            <a:off x="196596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7764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Menú + pagos + POS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41788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digital, pago en mesa e integración con el punto de venta.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166360"/>
            <a:ext cx="658368" cy="658368"/>
          </a:xfrm>
          <a:prstGeom prst="ellipse">
            <a:avLst/>
          </a:prstGeom>
          <a:solidFill>
            <a:srgbClr val="111E36"/>
          </a:solidFill>
          <a:ln w="19050">
            <a:solidFill>
              <a:srgbClr val="2E6B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66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691640" y="512064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111E36"/>
          </a:solidFill>
          <a:ln/>
        </p:spPr>
      </p:sp>
      <p:sp>
        <p:nvSpPr>
          <p:cNvPr id="25" name="Text 23"/>
          <p:cNvSpPr/>
          <p:nvPr/>
        </p:nvSpPr>
        <p:spPr>
          <a:xfrm>
            <a:off x="1965960" y="5230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77640" y="52303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Expansión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52303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verticales, app nativa, gestión de personal.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Construido para tiempo real y para escalar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822960" cy="82296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6609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Stack moderno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28346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de punta a punta: Next.js, Node, PostgreSQL.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468880"/>
            <a:ext cx="822960" cy="82296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6609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Tiempo real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8346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desde el día uno para una experiencia fluida.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434840"/>
            <a:ext cx="822960" cy="82296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6268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Formularios flexibles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57400" y="4800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Strapi permite a cada restaurante definir su propio registro.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434840"/>
            <a:ext cx="822960" cy="822960"/>
          </a:xfrm>
          <a:prstGeom prst="ellipse">
            <a:avLst/>
          </a:prstGeom>
          <a:solidFill>
            <a:srgbClr val="EAF0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6268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Multi-canal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35240" y="4800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web, SMS y WhatsApp (Twilio).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Dónde estamos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048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128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Producto definido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120640" y="221284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y especificación técnica completos.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54787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3558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Stack decidido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120640" y="335584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tecnologías elegidas.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572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6908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4988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 marcha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120640" y="449884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 DEFINIR: desarrollo del MVP / pilotos].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controlado al inicio para validar y pulir la experiencia con restaurantes reales.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234440"/>
            <a:ext cx="1920240" cy="1920240"/>
          </a:xfrm>
          <a:prstGeom prst="ellipse">
            <a:avLst/>
          </a:prstGeom>
          <a:solidFill>
            <a:srgbClr val="2E6B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8288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3832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Construyamos Nexa juntos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828800" y="42976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 DEFINIR — qué buscas: capital, socios, restaurantes piloto o talento — y en qué se usaría.]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[correo] · [teléfono] · [sitio web]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 — Pitch Deck</dc:title>
  <dc:subject>PptxGenJS Presentation</dc:subject>
  <dc:creator>Nexa</dc:creator>
  <cp:lastModifiedBy>Nexa</cp:lastModifiedBy>
  <cp:revision>1</cp:revision>
  <dcterms:created xsi:type="dcterms:W3CDTF">2026-07-07T19:58:30Z</dcterms:created>
  <dcterms:modified xsi:type="dcterms:W3CDTF">2026-07-07T19:58:30Z</dcterms:modified>
</cp:coreProperties>
</file>